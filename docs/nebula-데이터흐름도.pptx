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76"/>
  </p:normalViewPr>
  <p:slideViewPr>
    <p:cSldViewPr snapToGrid="0" snapToObjects="1">
      <p:cViewPr varScale="1">
        <p:scale>
          <a:sx n="133" d="100"/>
          <a:sy n="133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8961F-8FB3-8F46-91CA-59813A81D2FD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D7E83-9975-784F-8292-C11C623EC6C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9213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D7E83-9975-784F-8292-C11C623EC6CF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49358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EE456-8DD2-EC4B-93E2-4E81EFACE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272913-C05F-3543-BA07-592576F87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976A3-051C-1E43-9EF9-3BA929EE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8CFBD7-0529-6747-8B0E-F1DBB624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A819F-E3CF-E24F-A2FA-25DAB41E0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8395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F52C5-C28C-3F44-B123-32167CDF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1349F-5C85-AA4F-93A3-477BDFB1E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EA708-8C0B-A142-BA80-E5177BB9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84C2B7-27E2-F145-AEB9-D860833A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6D446B-E9A4-D548-93BB-5FA4A34E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31845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E3555-798A-4E49-BFFB-75174F0D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6EF558-9DAD-D841-AE00-AA09E81AB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534651-E716-DC4E-9C31-098715E7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A73BE9-D6EE-3540-9C87-51D0DD29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CCDA13-B4F5-EF4F-98E3-53B0E8DB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6153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45C3B-E413-A248-95F5-2A3D4047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920567-E15A-9041-A38D-13C06A67D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6EF98A-3B23-594B-9534-91B3DFBD2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18D127-E710-BF45-BC73-3183C451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BBFBBD-1FD3-A54F-B732-0539D33F7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0378B3-5A46-B14C-9994-5CBCB05D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7185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51D30-EC76-974A-B5D4-141B12741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2B3F20-2D24-6146-9794-F7680DB19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5D8340-5B64-2149-AF75-682EAFE62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078E57-3075-4F48-BFAB-6974B4C42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9CA669-1BE4-7E4A-95F9-F14E659C3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FC2782-4EB6-4A44-A0CF-198FBDBB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A4C9B-012E-E443-9F3C-B151051C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41A004-E633-C845-B37D-F675A322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358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BA633-F55A-E449-93CD-BEC1D838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4FEC42-A14D-5E46-873F-B99D9FC5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D61D09-D37E-3C45-A549-2523DFC0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D1189F-2506-B046-A842-8EB80AC7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4142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7427E3-BBDD-2643-9C85-882032DD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078910-9217-1846-B349-50810CEA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EED61B-B650-6D44-802F-373C2196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3226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96CA9-B651-1A4D-9CB2-C3041AD03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E6EC5-5935-294D-AEA7-1CE8006F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C42537-2BF5-074E-97C7-86EF22DCD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88C63-9A91-BB46-8C99-716753C8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DE5003-BC6F-5D46-8CBB-DF42496E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F65150-A6B4-5D47-9341-756E10143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0005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BC4287-FF40-AF48-A62C-9671DD61A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AEB1E1-4FB5-6C4F-8009-B6AE44ABF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4E9380-0757-0B4A-8956-930C60686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7D04A8-6530-B949-BC32-A5886EAD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99D3B-D366-6248-BAE5-04E300B8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12D9DA-D63A-C54D-8990-3663BE8A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020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0B7F9-33E8-7546-83A8-E882A1EF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2E1259-4513-594B-BACB-5D964036A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A174E9-43F2-7B4E-BDDF-AAB2B710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615562-531E-2247-A931-2C7685B8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DB6690-4772-6844-8AEE-2A5A6E57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9166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44292F-8E00-6343-A297-71B1992CB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53D160-C77C-2842-B632-00C6B460E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0CF76-B200-A443-8ECB-001CF0D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473CB-673C-3042-A541-C686643A1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5710DB-6FED-0048-BC29-1D2913D3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3034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90DC10-801D-4F4F-88B5-69C78F464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F45A57-4F50-AE49-939D-3F1670110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EB3209-A3BD-1E4C-B77A-A38A5CBD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1F4D9-3F1E-D946-B429-74A876D45524}" type="datetimeFigureOut">
              <a:rPr kumimoji="1" lang="ko-Kore-KR" altLang="en-US" smtClean="0"/>
              <a:t>2021. 1. 25.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E7826-52BA-1C48-8534-EEC2C4DFC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4C5ACA-DA29-BA43-BD97-2DE8046C0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3EC75-BCA5-8F47-9168-0F6865876F8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1844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0DC21-0CC3-F242-8682-307892914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713" y="493189"/>
            <a:ext cx="9144000" cy="354099"/>
          </a:xfrm>
        </p:spPr>
        <p:txBody>
          <a:bodyPr>
            <a:normAutofit/>
          </a:bodyPr>
          <a:lstStyle/>
          <a:p>
            <a:pPr algn="l"/>
            <a:r>
              <a:rPr kumimoji="1" lang="ko-Kore-KR" altLang="en-US" sz="1000" dirty="0"/>
              <a:t>노드락</a:t>
            </a:r>
            <a:r>
              <a:rPr kumimoji="1" lang="ko-KR" altLang="en-US" sz="1000" dirty="0"/>
              <a:t> 라이센스 데이터 흐름도</a:t>
            </a:r>
            <a:endParaRPr kumimoji="1" lang="ko-Kore-KR" altLang="en-US" sz="1000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3BCAF73-F13A-1643-A0EB-006E10273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8383"/>
              </p:ext>
            </p:extLst>
          </p:nvPr>
        </p:nvGraphicFramePr>
        <p:xfrm>
          <a:off x="899486" y="1113948"/>
          <a:ext cx="10358538" cy="53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423">
                  <a:extLst>
                    <a:ext uri="{9D8B030D-6E8A-4147-A177-3AD203B41FA5}">
                      <a16:colId xmlns:a16="http://schemas.microsoft.com/office/drawing/2014/main" val="495006820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3561580459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2602967960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1455914493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2027175029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1188763676"/>
                    </a:ext>
                  </a:extLst>
                </a:gridCol>
              </a:tblGrid>
              <a:tr h="41284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dirty="0"/>
                        <a:t>운영자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Nebula Admin </a:t>
                      </a:r>
                      <a:r>
                        <a:rPr lang="en-US" altLang="ko-Kore-KR" sz="1200" dirty="0" err="1"/>
                        <a:t>Api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Aws S3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DB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Nebula Front </a:t>
                      </a:r>
                      <a:r>
                        <a:rPr lang="en-US" altLang="ko-Kore-KR" sz="1200" dirty="0" err="1"/>
                        <a:t>Api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Client Program</a:t>
                      </a:r>
                      <a:endParaRPr lang="ko-Kore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413832"/>
                  </a:ext>
                </a:extLst>
              </a:tr>
              <a:tr h="12336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라이센스 신청</a:t>
                      </a:r>
                      <a:endParaRPr lang="en-US" altLang="ko-KR" sz="1000" dirty="0"/>
                    </a:p>
                    <a:p>
                      <a:pPr algn="ctr"/>
                      <a:r>
                        <a:rPr lang="en-US" altLang="ko-KR" sz="1000" dirty="0" err="1"/>
                        <a:t>HostId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상품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기간 등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라이센스키</a:t>
                      </a:r>
                      <a:r>
                        <a:rPr lang="ko-KR" altLang="en-US" sz="1000" dirty="0"/>
                        <a:t> 생성</a:t>
                      </a:r>
                      <a:endParaRPr lang="en-US" altLang="ko-KR" sz="1000" dirty="0"/>
                    </a:p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r>
                        <a:rPr lang="ko-KR" altLang="en-US" sz="1000" dirty="0"/>
                        <a:t>파일 생성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r>
                        <a:rPr lang="ko-KR" altLang="en-US" sz="1000" dirty="0"/>
                        <a:t>저장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정보</a:t>
                      </a:r>
                      <a:r>
                        <a:rPr lang="ko-KR" altLang="en-US" sz="1000" dirty="0"/>
                        <a:t> 저장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195025"/>
                  </a:ext>
                </a:extLst>
              </a:tr>
              <a:tr h="123362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라이센스</a:t>
                      </a:r>
                      <a:r>
                        <a:rPr lang="ko-KR" altLang="en-US" sz="1000" dirty="0"/>
                        <a:t> 다운로드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000" dirty="0"/>
                        <a:t>S3</a:t>
                      </a:r>
                      <a:r>
                        <a:rPr lang="ko-KR" altLang="en-US" sz="1000" dirty="0"/>
                        <a:t> 정보 요청</a:t>
                      </a:r>
                      <a:endParaRPr lang="en-US" altLang="ko-Kore-KR" sz="1000" dirty="0"/>
                    </a:p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라이센스</a:t>
                      </a:r>
                      <a:r>
                        <a:rPr lang="ko-KR" altLang="en-US" sz="1000" dirty="0"/>
                        <a:t> 파일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95615"/>
                  </a:ext>
                </a:extLst>
              </a:tr>
              <a:tr h="1233628"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정보</a:t>
                      </a:r>
                      <a:endParaRPr lang="en-US" altLang="ko-Kore-KR" sz="1000" dirty="0"/>
                    </a:p>
                    <a:p>
                      <a:pPr algn="ctr"/>
                      <a:r>
                        <a:rPr lang="ko-Kore-KR" altLang="en-US" sz="1000" dirty="0"/>
                        <a:t>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000" dirty="0"/>
                        <a:t>Db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ore-KR" altLang="en-US" sz="1000" dirty="0"/>
                        <a:t>저장만</a:t>
                      </a:r>
                      <a:r>
                        <a:rPr lang="en-US" altLang="ko-Kore-KR" sz="1000" dirty="0"/>
                        <a:t>!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사용정보</a:t>
                      </a:r>
                      <a:r>
                        <a:rPr lang="ko-KR" altLang="en-US" sz="1000" dirty="0"/>
                        <a:t> 전송</a:t>
                      </a:r>
                      <a:endParaRPr lang="en-US" altLang="ko-KR" sz="1000" dirty="0"/>
                    </a:p>
                    <a:p>
                      <a:pPr algn="ctr"/>
                      <a:r>
                        <a:rPr lang="ko-KR" altLang="en-US" sz="1000" dirty="0"/>
                        <a:t>부정사용 체크 및</a:t>
                      </a:r>
                      <a:endParaRPr lang="en-US" altLang="ko-KR" sz="1000" dirty="0"/>
                    </a:p>
                    <a:p>
                      <a:pPr algn="ctr"/>
                      <a:r>
                        <a:rPr lang="ko-KR" altLang="en-US" sz="1000" dirty="0"/>
                        <a:t>사용량 체크</a:t>
                      </a:r>
                      <a:endParaRPr lang="en-US" altLang="ko-KR" sz="1000" dirty="0"/>
                    </a:p>
                    <a:p>
                      <a:pPr algn="ctr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인터넷 </a:t>
                      </a:r>
                      <a:r>
                        <a:rPr lang="ko-KR" altLang="en-US" sz="1000" dirty="0" err="1"/>
                        <a:t>가능시</a:t>
                      </a:r>
                      <a:r>
                        <a:rPr lang="en-US" altLang="ko-KR" sz="1000" dirty="0"/>
                        <a:t>)</a:t>
                      </a:r>
                      <a:endParaRPr lang="ko-Kore-KR" altLang="en-US" sz="1000" dirty="0"/>
                    </a:p>
                    <a:p>
                      <a:pPr algn="ctr"/>
                      <a:r>
                        <a:rPr lang="en-US" altLang="ko-Kore-KR" sz="1000" dirty="0" err="1"/>
                        <a:t>HostId</a:t>
                      </a:r>
                      <a:endParaRPr lang="en-US" altLang="ko-Kore-KR" sz="1000" dirty="0"/>
                    </a:p>
                    <a:p>
                      <a:pPr algn="ctr"/>
                      <a:r>
                        <a:rPr lang="en-US" altLang="ko-Kore-KR" sz="1000" dirty="0" err="1"/>
                        <a:t>LicenseKey</a:t>
                      </a:r>
                      <a:endParaRPr lang="ko-Kore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293190"/>
                  </a:ext>
                </a:extLst>
              </a:tr>
              <a:tr h="12336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/>
                        <a:t>슬랙</a:t>
                      </a:r>
                      <a:r>
                        <a:rPr lang="ko-KR" altLang="en-US" sz="1000" dirty="0"/>
                        <a:t> 알림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000" dirty="0"/>
                        <a:t>Cron</a:t>
                      </a:r>
                      <a:r>
                        <a:rPr lang="ko-KR" altLang="en-US" sz="1000" dirty="0"/>
                        <a:t> 자동화 처리</a:t>
                      </a:r>
                      <a:endParaRPr lang="en-US" altLang="ko-Kore-KR" sz="1000" dirty="0"/>
                    </a:p>
                    <a:p>
                      <a:pPr algn="ctr"/>
                      <a:r>
                        <a:rPr lang="ko-Kore-KR" altLang="en-US" sz="1000" dirty="0"/>
                        <a:t>부정사용</a:t>
                      </a:r>
                      <a:r>
                        <a:rPr lang="ko-KR" altLang="en-US" sz="1000" dirty="0"/>
                        <a:t> 체크</a:t>
                      </a:r>
                      <a:endParaRPr lang="en-US" altLang="ko-KR" sz="1000" dirty="0"/>
                    </a:p>
                    <a:p>
                      <a:pPr algn="ctr"/>
                      <a:r>
                        <a:rPr lang="ko-KR" altLang="en-US" sz="1000" dirty="0"/>
                        <a:t>종료 처리</a:t>
                      </a:r>
                      <a:endParaRPr lang="en-US" altLang="ko-KR" sz="1000" dirty="0"/>
                    </a:p>
                    <a:p>
                      <a:pPr algn="ctr"/>
                      <a:r>
                        <a:rPr lang="ko-KR" altLang="en-US" sz="1000" dirty="0"/>
                        <a:t>종료 알림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정보</a:t>
                      </a:r>
                      <a:r>
                        <a:rPr lang="ko-KR" altLang="en-US" sz="1000" dirty="0"/>
                        <a:t> 리턴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2848672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24A5F71-9F28-2E47-BD29-A3F4DC5B84B3}"/>
              </a:ext>
            </a:extLst>
          </p:cNvPr>
          <p:cNvCxnSpPr/>
          <p:nvPr/>
        </p:nvCxnSpPr>
        <p:spPr>
          <a:xfrm>
            <a:off x="2365695" y="1963024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6FCE1DB-3304-9A4A-8E5A-DEB45EE4489F}"/>
              </a:ext>
            </a:extLst>
          </p:cNvPr>
          <p:cNvCxnSpPr>
            <a:cxnSpLocks/>
          </p:cNvCxnSpPr>
          <p:nvPr/>
        </p:nvCxnSpPr>
        <p:spPr>
          <a:xfrm>
            <a:off x="4086836" y="1963024"/>
            <a:ext cx="2506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1DF995D-1992-CF40-9619-E33B2BFFF7DC}"/>
              </a:ext>
            </a:extLst>
          </p:cNvPr>
          <p:cNvCxnSpPr>
            <a:cxnSpLocks/>
          </p:cNvCxnSpPr>
          <p:nvPr/>
        </p:nvCxnSpPr>
        <p:spPr>
          <a:xfrm>
            <a:off x="3893889" y="2283204"/>
            <a:ext cx="10556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64DD59B-C497-034C-BC0E-D82AF3FC0D27}"/>
              </a:ext>
            </a:extLst>
          </p:cNvPr>
          <p:cNvCxnSpPr/>
          <p:nvPr/>
        </p:nvCxnSpPr>
        <p:spPr>
          <a:xfrm flipH="1">
            <a:off x="4086836" y="2055303"/>
            <a:ext cx="2448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C926793-A19D-F44B-BC79-BFE34DE35293}"/>
              </a:ext>
            </a:extLst>
          </p:cNvPr>
          <p:cNvCxnSpPr>
            <a:cxnSpLocks/>
          </p:cNvCxnSpPr>
          <p:nvPr/>
        </p:nvCxnSpPr>
        <p:spPr>
          <a:xfrm flipH="1">
            <a:off x="2365695" y="2283204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A575DC4-5633-3D43-A71A-EFE6E61A8425}"/>
              </a:ext>
            </a:extLst>
          </p:cNvPr>
          <p:cNvCxnSpPr/>
          <p:nvPr/>
        </p:nvCxnSpPr>
        <p:spPr>
          <a:xfrm>
            <a:off x="2365695" y="3222771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7097953-CFF0-B349-9549-2E5DC5931E8A}"/>
              </a:ext>
            </a:extLst>
          </p:cNvPr>
          <p:cNvCxnSpPr/>
          <p:nvPr/>
        </p:nvCxnSpPr>
        <p:spPr>
          <a:xfrm>
            <a:off x="4086836" y="3222771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68A72CB-2FE6-D74B-90E9-E93F0A33CBFA}"/>
              </a:ext>
            </a:extLst>
          </p:cNvPr>
          <p:cNvCxnSpPr>
            <a:cxnSpLocks/>
          </p:cNvCxnSpPr>
          <p:nvPr/>
        </p:nvCxnSpPr>
        <p:spPr>
          <a:xfrm flipH="1">
            <a:off x="2365695" y="3542951"/>
            <a:ext cx="2241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BD708CD-7CC3-A247-B778-9F6FF4A50F7D}"/>
              </a:ext>
            </a:extLst>
          </p:cNvPr>
          <p:cNvCxnSpPr>
            <a:cxnSpLocks/>
          </p:cNvCxnSpPr>
          <p:nvPr/>
        </p:nvCxnSpPr>
        <p:spPr>
          <a:xfrm flipH="1">
            <a:off x="9262844" y="4608353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DF5DB30-A27E-8344-A4F3-86EF605C64C8}"/>
              </a:ext>
            </a:extLst>
          </p:cNvPr>
          <p:cNvCxnSpPr>
            <a:cxnSpLocks/>
          </p:cNvCxnSpPr>
          <p:nvPr/>
        </p:nvCxnSpPr>
        <p:spPr>
          <a:xfrm>
            <a:off x="7276756" y="4657288"/>
            <a:ext cx="1024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1B1D0D9-B5D3-2A43-9849-EF40370F251D}"/>
              </a:ext>
            </a:extLst>
          </p:cNvPr>
          <p:cNvCxnSpPr>
            <a:cxnSpLocks/>
          </p:cNvCxnSpPr>
          <p:nvPr/>
        </p:nvCxnSpPr>
        <p:spPr>
          <a:xfrm flipH="1">
            <a:off x="7264866" y="4548231"/>
            <a:ext cx="966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E82F35D-8F1E-CB43-B7D7-237AF7D089A3}"/>
              </a:ext>
            </a:extLst>
          </p:cNvPr>
          <p:cNvCxnSpPr>
            <a:cxnSpLocks/>
          </p:cNvCxnSpPr>
          <p:nvPr/>
        </p:nvCxnSpPr>
        <p:spPr>
          <a:xfrm>
            <a:off x="4012734" y="5789802"/>
            <a:ext cx="2506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478F53D-1553-C042-9ABF-70B6A89C56B5}"/>
              </a:ext>
            </a:extLst>
          </p:cNvPr>
          <p:cNvCxnSpPr/>
          <p:nvPr/>
        </p:nvCxnSpPr>
        <p:spPr>
          <a:xfrm flipH="1">
            <a:off x="4012734" y="5882081"/>
            <a:ext cx="2448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414F7E7-0D57-264C-A613-A646E5CB6588}"/>
              </a:ext>
            </a:extLst>
          </p:cNvPr>
          <p:cNvCxnSpPr>
            <a:cxnSpLocks/>
          </p:cNvCxnSpPr>
          <p:nvPr/>
        </p:nvCxnSpPr>
        <p:spPr>
          <a:xfrm flipH="1">
            <a:off x="2291592" y="5789802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칠각형 29">
            <a:extLst>
              <a:ext uri="{FF2B5EF4-FFF2-40B4-BE49-F238E27FC236}">
                <a16:creationId xmlns:a16="http://schemas.microsoft.com/office/drawing/2014/main" id="{341FD9A4-8B66-8448-96F8-4EB8CC2A810C}"/>
              </a:ext>
            </a:extLst>
          </p:cNvPr>
          <p:cNvSpPr/>
          <p:nvPr/>
        </p:nvSpPr>
        <p:spPr>
          <a:xfrm>
            <a:off x="4086836" y="1780759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31" name="칠각형 30">
            <a:extLst>
              <a:ext uri="{FF2B5EF4-FFF2-40B4-BE49-F238E27FC236}">
                <a16:creationId xmlns:a16="http://schemas.microsoft.com/office/drawing/2014/main" id="{7523C765-1AB4-EC40-AC47-E50F775485BC}"/>
              </a:ext>
            </a:extLst>
          </p:cNvPr>
          <p:cNvSpPr/>
          <p:nvPr/>
        </p:nvSpPr>
        <p:spPr>
          <a:xfrm>
            <a:off x="5638800" y="2080470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sp>
        <p:nvSpPr>
          <p:cNvPr id="32" name="칠각형 31">
            <a:extLst>
              <a:ext uri="{FF2B5EF4-FFF2-40B4-BE49-F238E27FC236}">
                <a16:creationId xmlns:a16="http://schemas.microsoft.com/office/drawing/2014/main" id="{8A4C7B4F-EA2E-B544-B3CA-D131D7471332}"/>
              </a:ext>
            </a:extLst>
          </p:cNvPr>
          <p:cNvSpPr/>
          <p:nvPr/>
        </p:nvSpPr>
        <p:spPr>
          <a:xfrm>
            <a:off x="4012734" y="2345422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4</a:t>
            </a:r>
            <a:endParaRPr kumimoji="1" lang="ko-Kore-KR" altLang="en-US" dirty="0"/>
          </a:p>
        </p:txBody>
      </p:sp>
      <p:sp>
        <p:nvSpPr>
          <p:cNvPr id="33" name="칠각형 32">
            <a:extLst>
              <a:ext uri="{FF2B5EF4-FFF2-40B4-BE49-F238E27FC236}">
                <a16:creationId xmlns:a16="http://schemas.microsoft.com/office/drawing/2014/main" id="{595D698E-C822-A248-A32D-2D01F52D108A}"/>
              </a:ext>
            </a:extLst>
          </p:cNvPr>
          <p:cNvSpPr/>
          <p:nvPr/>
        </p:nvSpPr>
        <p:spPr>
          <a:xfrm>
            <a:off x="2642533" y="2345422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5</a:t>
            </a:r>
            <a:endParaRPr kumimoji="1" lang="ko-Kore-KR" altLang="en-US" dirty="0"/>
          </a:p>
        </p:txBody>
      </p:sp>
      <p:sp>
        <p:nvSpPr>
          <p:cNvPr id="39" name="칠각형 38">
            <a:extLst>
              <a:ext uri="{FF2B5EF4-FFF2-40B4-BE49-F238E27FC236}">
                <a16:creationId xmlns:a16="http://schemas.microsoft.com/office/drawing/2014/main" id="{847FA4BA-4065-D948-8276-F3ADCC0D0C02}"/>
              </a:ext>
            </a:extLst>
          </p:cNvPr>
          <p:cNvSpPr/>
          <p:nvPr/>
        </p:nvSpPr>
        <p:spPr>
          <a:xfrm>
            <a:off x="2402047" y="1769377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  <p:sp>
        <p:nvSpPr>
          <p:cNvPr id="42" name="칠각형 41">
            <a:extLst>
              <a:ext uri="{FF2B5EF4-FFF2-40B4-BE49-F238E27FC236}">
                <a16:creationId xmlns:a16="http://schemas.microsoft.com/office/drawing/2014/main" id="{4ECDD519-0DCF-A544-AE96-D90AE6F7A7A0}"/>
              </a:ext>
            </a:extLst>
          </p:cNvPr>
          <p:cNvSpPr/>
          <p:nvPr/>
        </p:nvSpPr>
        <p:spPr>
          <a:xfrm>
            <a:off x="4086836" y="2981106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43" name="칠각형 42">
            <a:extLst>
              <a:ext uri="{FF2B5EF4-FFF2-40B4-BE49-F238E27FC236}">
                <a16:creationId xmlns:a16="http://schemas.microsoft.com/office/drawing/2014/main" id="{BB61A6B5-6977-AA4C-85CA-66DF2DCE4724}"/>
              </a:ext>
            </a:extLst>
          </p:cNvPr>
          <p:cNvSpPr/>
          <p:nvPr/>
        </p:nvSpPr>
        <p:spPr>
          <a:xfrm>
            <a:off x="2402047" y="2969724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  <p:sp>
        <p:nvSpPr>
          <p:cNvPr id="44" name="칠각형 43">
            <a:extLst>
              <a:ext uri="{FF2B5EF4-FFF2-40B4-BE49-F238E27FC236}">
                <a16:creationId xmlns:a16="http://schemas.microsoft.com/office/drawing/2014/main" id="{3F9AA56F-06BF-D548-9CBC-E3D7CAF66DDC}"/>
              </a:ext>
            </a:extLst>
          </p:cNvPr>
          <p:cNvSpPr/>
          <p:nvPr/>
        </p:nvSpPr>
        <p:spPr>
          <a:xfrm>
            <a:off x="7922010" y="4275589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45" name="칠각형 44">
            <a:extLst>
              <a:ext uri="{FF2B5EF4-FFF2-40B4-BE49-F238E27FC236}">
                <a16:creationId xmlns:a16="http://schemas.microsoft.com/office/drawing/2014/main" id="{A13BF6D3-D69F-E748-9248-81C2A6EE485B}"/>
              </a:ext>
            </a:extLst>
          </p:cNvPr>
          <p:cNvSpPr/>
          <p:nvPr/>
        </p:nvSpPr>
        <p:spPr>
          <a:xfrm>
            <a:off x="9590017" y="4361268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  <p:sp>
        <p:nvSpPr>
          <p:cNvPr id="46" name="칠각형 45">
            <a:extLst>
              <a:ext uri="{FF2B5EF4-FFF2-40B4-BE49-F238E27FC236}">
                <a16:creationId xmlns:a16="http://schemas.microsoft.com/office/drawing/2014/main" id="{5F6DEDAC-6129-3F48-928E-912EA5D9A4CF}"/>
              </a:ext>
            </a:extLst>
          </p:cNvPr>
          <p:cNvSpPr/>
          <p:nvPr/>
        </p:nvSpPr>
        <p:spPr>
          <a:xfrm>
            <a:off x="7922010" y="4699233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sp>
        <p:nvSpPr>
          <p:cNvPr id="47" name="칠각형 46">
            <a:extLst>
              <a:ext uri="{FF2B5EF4-FFF2-40B4-BE49-F238E27FC236}">
                <a16:creationId xmlns:a16="http://schemas.microsoft.com/office/drawing/2014/main" id="{5EA4401A-715D-C84E-B6C6-2DE13D9C4FDF}"/>
              </a:ext>
            </a:extLst>
          </p:cNvPr>
          <p:cNvSpPr/>
          <p:nvPr/>
        </p:nvSpPr>
        <p:spPr>
          <a:xfrm>
            <a:off x="2571224" y="5881692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sp>
        <p:nvSpPr>
          <p:cNvPr id="48" name="칠각형 47">
            <a:extLst>
              <a:ext uri="{FF2B5EF4-FFF2-40B4-BE49-F238E27FC236}">
                <a16:creationId xmlns:a16="http://schemas.microsoft.com/office/drawing/2014/main" id="{EBB8E4B1-9C1F-EE4A-B4E8-75900569341A}"/>
              </a:ext>
            </a:extLst>
          </p:cNvPr>
          <p:cNvSpPr/>
          <p:nvPr/>
        </p:nvSpPr>
        <p:spPr>
          <a:xfrm>
            <a:off x="5807977" y="5966250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49" name="칠각형 48">
            <a:extLst>
              <a:ext uri="{FF2B5EF4-FFF2-40B4-BE49-F238E27FC236}">
                <a16:creationId xmlns:a16="http://schemas.microsoft.com/office/drawing/2014/main" id="{330FAFE0-7D77-C941-A2E4-860F6A2C0F30}"/>
              </a:ext>
            </a:extLst>
          </p:cNvPr>
          <p:cNvSpPr/>
          <p:nvPr/>
        </p:nvSpPr>
        <p:spPr>
          <a:xfrm>
            <a:off x="4097322" y="5595736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09835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0DC21-0CC3-F242-8682-307892914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713" y="493189"/>
            <a:ext cx="9144000" cy="354099"/>
          </a:xfrm>
        </p:spPr>
        <p:txBody>
          <a:bodyPr>
            <a:normAutofit/>
          </a:bodyPr>
          <a:lstStyle/>
          <a:p>
            <a:pPr algn="l"/>
            <a:r>
              <a:rPr kumimoji="1" lang="ko-Kore-KR" altLang="en-US" sz="1000" dirty="0"/>
              <a:t>플로팅</a:t>
            </a:r>
            <a:r>
              <a:rPr kumimoji="1" lang="en-US" altLang="ko-Kore-KR" sz="1000" dirty="0"/>
              <a:t>(</a:t>
            </a:r>
            <a:r>
              <a:rPr kumimoji="1" lang="ko-KR" altLang="en-US" sz="1000" dirty="0"/>
              <a:t>네트워크</a:t>
            </a:r>
            <a:r>
              <a:rPr kumimoji="1" lang="en-US" altLang="ko-KR" sz="1000" dirty="0"/>
              <a:t>)</a:t>
            </a:r>
            <a:r>
              <a:rPr kumimoji="1" lang="ko-KR" altLang="en-US" sz="1000" dirty="0"/>
              <a:t> 라이센스 데이터 흐름도</a:t>
            </a:r>
            <a:endParaRPr kumimoji="1" lang="ko-Kore-KR" altLang="en-US" sz="1000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3BCAF73-F13A-1643-A0EB-006E10273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860365"/>
              </p:ext>
            </p:extLst>
          </p:nvPr>
        </p:nvGraphicFramePr>
        <p:xfrm>
          <a:off x="899486" y="1113948"/>
          <a:ext cx="10358538" cy="53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423">
                  <a:extLst>
                    <a:ext uri="{9D8B030D-6E8A-4147-A177-3AD203B41FA5}">
                      <a16:colId xmlns:a16="http://schemas.microsoft.com/office/drawing/2014/main" val="495006820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3561580459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2602967960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1455914493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2027175029"/>
                    </a:ext>
                  </a:extLst>
                </a:gridCol>
                <a:gridCol w="1726423">
                  <a:extLst>
                    <a:ext uri="{9D8B030D-6E8A-4147-A177-3AD203B41FA5}">
                      <a16:colId xmlns:a16="http://schemas.microsoft.com/office/drawing/2014/main" val="1188763676"/>
                    </a:ext>
                  </a:extLst>
                </a:gridCol>
              </a:tblGrid>
              <a:tr h="41284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dirty="0"/>
                        <a:t>운영자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Nebula Admin </a:t>
                      </a:r>
                      <a:r>
                        <a:rPr lang="en-US" altLang="ko-Kore-KR" sz="1200" dirty="0" err="1"/>
                        <a:t>Api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Aws S3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DB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Nebula Front </a:t>
                      </a:r>
                      <a:r>
                        <a:rPr lang="en-US" altLang="ko-Kore-KR" sz="1200" dirty="0" err="1"/>
                        <a:t>Api</a:t>
                      </a:r>
                      <a:endParaRPr lang="ko-Kore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/>
                        <a:t>Client Program</a:t>
                      </a:r>
                      <a:endParaRPr lang="ko-Kore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413832"/>
                  </a:ext>
                </a:extLst>
              </a:tr>
              <a:tr h="12336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라이센스 신청</a:t>
                      </a:r>
                      <a:endParaRPr lang="en-US" altLang="ko-KR" sz="1000" dirty="0"/>
                    </a:p>
                    <a:p>
                      <a:pPr algn="ctr"/>
                      <a:r>
                        <a:rPr lang="ko-KR" altLang="en-US" sz="1000" dirty="0"/>
                        <a:t>고객정보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상품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기간 등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/>
                        <a:t>라이센스키</a:t>
                      </a:r>
                      <a:r>
                        <a:rPr lang="ko-KR" altLang="en-US" sz="1000" dirty="0"/>
                        <a:t> 생성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endParaRPr lang="en-US" altLang="ko-Kore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정보</a:t>
                      </a:r>
                      <a:r>
                        <a:rPr lang="ko-KR" altLang="en-US" sz="1000" dirty="0"/>
                        <a:t> 저장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195025"/>
                  </a:ext>
                </a:extLst>
              </a:tr>
              <a:tr h="1233628"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r>
                        <a:rPr lang="ko-Kore-KR" altLang="en-US" sz="1000" dirty="0"/>
                        <a:t>정보리턴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r>
                        <a:rPr lang="ko-KR" altLang="en-US" sz="1000" dirty="0" err="1"/>
                        <a:t>정보요청</a:t>
                      </a:r>
                      <a:endParaRPr lang="en-US" altLang="ko-Kore-KR" sz="1000" dirty="0"/>
                    </a:p>
                    <a:p>
                      <a:pPr algn="ctr"/>
                      <a:r>
                        <a:rPr lang="ko-Kore-KR" altLang="en-US" sz="1000" dirty="0"/>
                        <a:t>라이센스</a:t>
                      </a:r>
                      <a:r>
                        <a:rPr lang="ko-KR" altLang="en-US" sz="1000" dirty="0"/>
                        <a:t> 정보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ko-Kore-KR" sz="1000" dirty="0"/>
                    </a:p>
                    <a:p>
                      <a:pPr algn="ctr"/>
                      <a:r>
                        <a:rPr lang="ko-Kore-KR" altLang="en-US" sz="1000" dirty="0"/>
                        <a:t>로그인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95615"/>
                  </a:ext>
                </a:extLst>
              </a:tr>
              <a:tr h="1233628"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정보저장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활성화</a:t>
                      </a:r>
                      <a:r>
                        <a:rPr lang="ko-KR" altLang="en-US" sz="1000" dirty="0"/>
                        <a:t> 처리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라이센스 활성화</a:t>
                      </a:r>
                      <a:endParaRPr lang="en-US" altLang="ko-KR" sz="1000" dirty="0"/>
                    </a:p>
                    <a:p>
                      <a:pPr algn="ctr"/>
                      <a:r>
                        <a:rPr lang="en-US" altLang="ko-KR" sz="1000" dirty="0" err="1"/>
                        <a:t>HostId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 err="1"/>
                        <a:t>LicenseKey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293190"/>
                  </a:ext>
                </a:extLst>
              </a:tr>
              <a:tr h="1233628"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정보리턴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유효성</a:t>
                      </a:r>
                      <a:r>
                        <a:rPr lang="ko-KR" altLang="en-US" sz="1000" dirty="0"/>
                        <a:t> 체크</a:t>
                      </a:r>
                      <a:endParaRPr lang="ko-Kore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000" dirty="0"/>
                        <a:t>유효성</a:t>
                      </a:r>
                      <a:r>
                        <a:rPr lang="ko-KR" altLang="en-US" sz="1000" dirty="0"/>
                        <a:t> 체크</a:t>
                      </a:r>
                      <a:endParaRPr lang="en-US" altLang="ko-KR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/>
                        <a:t>HostId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 err="1"/>
                        <a:t>LicenseKey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2848672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24A5F71-9F28-2E47-BD29-A3F4DC5B84B3}"/>
              </a:ext>
            </a:extLst>
          </p:cNvPr>
          <p:cNvCxnSpPr/>
          <p:nvPr/>
        </p:nvCxnSpPr>
        <p:spPr>
          <a:xfrm>
            <a:off x="2365695" y="1963024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6FCE1DB-3304-9A4A-8E5A-DEB45EE4489F}"/>
              </a:ext>
            </a:extLst>
          </p:cNvPr>
          <p:cNvCxnSpPr>
            <a:cxnSpLocks/>
          </p:cNvCxnSpPr>
          <p:nvPr/>
        </p:nvCxnSpPr>
        <p:spPr>
          <a:xfrm>
            <a:off x="4086836" y="1963024"/>
            <a:ext cx="2506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64DD59B-C497-034C-BC0E-D82AF3FC0D27}"/>
              </a:ext>
            </a:extLst>
          </p:cNvPr>
          <p:cNvCxnSpPr/>
          <p:nvPr/>
        </p:nvCxnSpPr>
        <p:spPr>
          <a:xfrm flipH="1">
            <a:off x="4086836" y="2283204"/>
            <a:ext cx="2448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C926793-A19D-F44B-BC79-BFE34DE35293}"/>
              </a:ext>
            </a:extLst>
          </p:cNvPr>
          <p:cNvCxnSpPr>
            <a:cxnSpLocks/>
          </p:cNvCxnSpPr>
          <p:nvPr/>
        </p:nvCxnSpPr>
        <p:spPr>
          <a:xfrm flipH="1">
            <a:off x="2365695" y="2283204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DF5DB30-A27E-8344-A4F3-86EF605C64C8}"/>
              </a:ext>
            </a:extLst>
          </p:cNvPr>
          <p:cNvCxnSpPr>
            <a:cxnSpLocks/>
          </p:cNvCxnSpPr>
          <p:nvPr/>
        </p:nvCxnSpPr>
        <p:spPr>
          <a:xfrm>
            <a:off x="7276756" y="4657288"/>
            <a:ext cx="968222" cy="5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1B1D0D9-B5D3-2A43-9849-EF40370F251D}"/>
              </a:ext>
            </a:extLst>
          </p:cNvPr>
          <p:cNvCxnSpPr>
            <a:cxnSpLocks/>
          </p:cNvCxnSpPr>
          <p:nvPr/>
        </p:nvCxnSpPr>
        <p:spPr>
          <a:xfrm flipH="1">
            <a:off x="7264866" y="4548231"/>
            <a:ext cx="966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칠각형 29">
            <a:extLst>
              <a:ext uri="{FF2B5EF4-FFF2-40B4-BE49-F238E27FC236}">
                <a16:creationId xmlns:a16="http://schemas.microsoft.com/office/drawing/2014/main" id="{341FD9A4-8B66-8448-96F8-4EB8CC2A810C}"/>
              </a:ext>
            </a:extLst>
          </p:cNvPr>
          <p:cNvSpPr/>
          <p:nvPr/>
        </p:nvSpPr>
        <p:spPr>
          <a:xfrm>
            <a:off x="4086836" y="1780759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31" name="칠각형 30">
            <a:extLst>
              <a:ext uri="{FF2B5EF4-FFF2-40B4-BE49-F238E27FC236}">
                <a16:creationId xmlns:a16="http://schemas.microsoft.com/office/drawing/2014/main" id="{7523C765-1AB4-EC40-AC47-E50F775485BC}"/>
              </a:ext>
            </a:extLst>
          </p:cNvPr>
          <p:cNvSpPr/>
          <p:nvPr/>
        </p:nvSpPr>
        <p:spPr>
          <a:xfrm>
            <a:off x="5655578" y="2360102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sp>
        <p:nvSpPr>
          <p:cNvPr id="32" name="칠각형 31">
            <a:extLst>
              <a:ext uri="{FF2B5EF4-FFF2-40B4-BE49-F238E27FC236}">
                <a16:creationId xmlns:a16="http://schemas.microsoft.com/office/drawing/2014/main" id="{8A4C7B4F-EA2E-B544-B3CA-D131D7471332}"/>
              </a:ext>
            </a:extLst>
          </p:cNvPr>
          <p:cNvSpPr/>
          <p:nvPr/>
        </p:nvSpPr>
        <p:spPr>
          <a:xfrm>
            <a:off x="2740401" y="2360102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4</a:t>
            </a:r>
            <a:endParaRPr kumimoji="1" lang="ko-Kore-KR" altLang="en-US" dirty="0"/>
          </a:p>
        </p:txBody>
      </p:sp>
      <p:sp>
        <p:nvSpPr>
          <p:cNvPr id="39" name="칠각형 38">
            <a:extLst>
              <a:ext uri="{FF2B5EF4-FFF2-40B4-BE49-F238E27FC236}">
                <a16:creationId xmlns:a16="http://schemas.microsoft.com/office/drawing/2014/main" id="{847FA4BA-4065-D948-8276-F3ADCC0D0C02}"/>
              </a:ext>
            </a:extLst>
          </p:cNvPr>
          <p:cNvSpPr/>
          <p:nvPr/>
        </p:nvSpPr>
        <p:spPr>
          <a:xfrm>
            <a:off x="2402047" y="1769377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  <p:sp>
        <p:nvSpPr>
          <p:cNvPr id="44" name="칠각형 43">
            <a:extLst>
              <a:ext uri="{FF2B5EF4-FFF2-40B4-BE49-F238E27FC236}">
                <a16:creationId xmlns:a16="http://schemas.microsoft.com/office/drawing/2014/main" id="{3F9AA56F-06BF-D548-9CBC-E3D7CAF66DDC}"/>
              </a:ext>
            </a:extLst>
          </p:cNvPr>
          <p:cNvSpPr/>
          <p:nvPr/>
        </p:nvSpPr>
        <p:spPr>
          <a:xfrm>
            <a:off x="7922010" y="4275589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46" name="칠각형 45">
            <a:extLst>
              <a:ext uri="{FF2B5EF4-FFF2-40B4-BE49-F238E27FC236}">
                <a16:creationId xmlns:a16="http://schemas.microsoft.com/office/drawing/2014/main" id="{5F6DEDAC-6129-3F48-928E-912EA5D9A4CF}"/>
              </a:ext>
            </a:extLst>
          </p:cNvPr>
          <p:cNvSpPr/>
          <p:nvPr/>
        </p:nvSpPr>
        <p:spPr>
          <a:xfrm>
            <a:off x="7935989" y="4766345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F56912-60FF-6F42-86A3-7AD204E210A7}"/>
              </a:ext>
            </a:extLst>
          </p:cNvPr>
          <p:cNvCxnSpPr>
            <a:cxnSpLocks/>
          </p:cNvCxnSpPr>
          <p:nvPr/>
        </p:nvCxnSpPr>
        <p:spPr>
          <a:xfrm>
            <a:off x="7290735" y="3497029"/>
            <a:ext cx="940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7C57581-679D-B64E-AC04-BA1AF6269B5F}"/>
              </a:ext>
            </a:extLst>
          </p:cNvPr>
          <p:cNvCxnSpPr>
            <a:cxnSpLocks/>
          </p:cNvCxnSpPr>
          <p:nvPr/>
        </p:nvCxnSpPr>
        <p:spPr>
          <a:xfrm flipH="1">
            <a:off x="7278845" y="3387972"/>
            <a:ext cx="966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칠각형 50">
            <a:extLst>
              <a:ext uri="{FF2B5EF4-FFF2-40B4-BE49-F238E27FC236}">
                <a16:creationId xmlns:a16="http://schemas.microsoft.com/office/drawing/2014/main" id="{C01317F4-D035-FB42-8A75-52C6B195FE4C}"/>
              </a:ext>
            </a:extLst>
          </p:cNvPr>
          <p:cNvSpPr/>
          <p:nvPr/>
        </p:nvSpPr>
        <p:spPr>
          <a:xfrm>
            <a:off x="7935989" y="3115330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52" name="칠각형 51">
            <a:extLst>
              <a:ext uri="{FF2B5EF4-FFF2-40B4-BE49-F238E27FC236}">
                <a16:creationId xmlns:a16="http://schemas.microsoft.com/office/drawing/2014/main" id="{8BC05DB9-7772-AF45-B1AE-A3ADC89C99F1}"/>
              </a:ext>
            </a:extLst>
          </p:cNvPr>
          <p:cNvSpPr/>
          <p:nvPr/>
        </p:nvSpPr>
        <p:spPr>
          <a:xfrm>
            <a:off x="9597006" y="3124395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  <p:sp>
        <p:nvSpPr>
          <p:cNvPr id="53" name="칠각형 52">
            <a:extLst>
              <a:ext uri="{FF2B5EF4-FFF2-40B4-BE49-F238E27FC236}">
                <a16:creationId xmlns:a16="http://schemas.microsoft.com/office/drawing/2014/main" id="{3E986727-594D-5D43-A268-EA2CF153B14E}"/>
              </a:ext>
            </a:extLst>
          </p:cNvPr>
          <p:cNvSpPr/>
          <p:nvPr/>
        </p:nvSpPr>
        <p:spPr>
          <a:xfrm>
            <a:off x="7935989" y="3587521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DB86E7B-32C4-FA4E-81DA-F2430F14C8BB}"/>
              </a:ext>
            </a:extLst>
          </p:cNvPr>
          <p:cNvCxnSpPr>
            <a:cxnSpLocks/>
          </p:cNvCxnSpPr>
          <p:nvPr/>
        </p:nvCxnSpPr>
        <p:spPr>
          <a:xfrm>
            <a:off x="9051726" y="3491218"/>
            <a:ext cx="1024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0E5A0E3-D783-D04E-AB86-C100CD6C49DA}"/>
              </a:ext>
            </a:extLst>
          </p:cNvPr>
          <p:cNvCxnSpPr>
            <a:cxnSpLocks/>
          </p:cNvCxnSpPr>
          <p:nvPr/>
        </p:nvCxnSpPr>
        <p:spPr>
          <a:xfrm flipH="1">
            <a:off x="9039836" y="3382161"/>
            <a:ext cx="966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칠각형 55">
            <a:extLst>
              <a:ext uri="{FF2B5EF4-FFF2-40B4-BE49-F238E27FC236}">
                <a16:creationId xmlns:a16="http://schemas.microsoft.com/office/drawing/2014/main" id="{88488936-C2E6-6B4E-A0B8-3473AFA211CC}"/>
              </a:ext>
            </a:extLst>
          </p:cNvPr>
          <p:cNvSpPr/>
          <p:nvPr/>
        </p:nvSpPr>
        <p:spPr>
          <a:xfrm>
            <a:off x="9597005" y="3587521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4</a:t>
            </a:r>
            <a:endParaRPr kumimoji="1" lang="ko-Kore-KR" altLang="en-US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4162FBD-2488-C94C-A8D9-4AE93BA8F24D}"/>
              </a:ext>
            </a:extLst>
          </p:cNvPr>
          <p:cNvCxnSpPr>
            <a:cxnSpLocks/>
          </p:cNvCxnSpPr>
          <p:nvPr/>
        </p:nvCxnSpPr>
        <p:spPr>
          <a:xfrm flipV="1">
            <a:off x="9136314" y="4662670"/>
            <a:ext cx="714456" cy="1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B69D9E0-F6CD-E44A-82D6-48A70B5B6D3A}"/>
              </a:ext>
            </a:extLst>
          </p:cNvPr>
          <p:cNvCxnSpPr>
            <a:cxnSpLocks/>
          </p:cNvCxnSpPr>
          <p:nvPr/>
        </p:nvCxnSpPr>
        <p:spPr>
          <a:xfrm flipH="1">
            <a:off x="9124425" y="4554762"/>
            <a:ext cx="7263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칠각형 61">
            <a:extLst>
              <a:ext uri="{FF2B5EF4-FFF2-40B4-BE49-F238E27FC236}">
                <a16:creationId xmlns:a16="http://schemas.microsoft.com/office/drawing/2014/main" id="{6258E1ED-5E48-2C41-8F37-EE8B78D935E1}"/>
              </a:ext>
            </a:extLst>
          </p:cNvPr>
          <p:cNvSpPr/>
          <p:nvPr/>
        </p:nvSpPr>
        <p:spPr>
          <a:xfrm>
            <a:off x="9597005" y="4776588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4</a:t>
            </a:r>
            <a:endParaRPr kumimoji="1" lang="ko-Kore-KR" altLang="en-US" dirty="0"/>
          </a:p>
        </p:txBody>
      </p:sp>
      <p:sp>
        <p:nvSpPr>
          <p:cNvPr id="63" name="칠각형 62">
            <a:extLst>
              <a:ext uri="{FF2B5EF4-FFF2-40B4-BE49-F238E27FC236}">
                <a16:creationId xmlns:a16="http://schemas.microsoft.com/office/drawing/2014/main" id="{4A4B5762-66C6-F949-9A8D-89764D5D88DC}"/>
              </a:ext>
            </a:extLst>
          </p:cNvPr>
          <p:cNvSpPr/>
          <p:nvPr/>
        </p:nvSpPr>
        <p:spPr>
          <a:xfrm>
            <a:off x="9597005" y="4275589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C5DE449-A7A7-DE4A-8E0B-682E77D7F098}"/>
              </a:ext>
            </a:extLst>
          </p:cNvPr>
          <p:cNvCxnSpPr>
            <a:cxnSpLocks/>
          </p:cNvCxnSpPr>
          <p:nvPr/>
        </p:nvCxnSpPr>
        <p:spPr>
          <a:xfrm>
            <a:off x="7290735" y="5931985"/>
            <a:ext cx="1024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39920DB-C8EF-A54B-B125-68DC85539653}"/>
              </a:ext>
            </a:extLst>
          </p:cNvPr>
          <p:cNvCxnSpPr>
            <a:cxnSpLocks/>
          </p:cNvCxnSpPr>
          <p:nvPr/>
        </p:nvCxnSpPr>
        <p:spPr>
          <a:xfrm flipH="1">
            <a:off x="7278845" y="5822928"/>
            <a:ext cx="966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칠각형 66">
            <a:extLst>
              <a:ext uri="{FF2B5EF4-FFF2-40B4-BE49-F238E27FC236}">
                <a16:creationId xmlns:a16="http://schemas.microsoft.com/office/drawing/2014/main" id="{BF1525D0-DFA5-9E4A-AB6E-AD9499C52610}"/>
              </a:ext>
            </a:extLst>
          </p:cNvPr>
          <p:cNvSpPr/>
          <p:nvPr/>
        </p:nvSpPr>
        <p:spPr>
          <a:xfrm>
            <a:off x="7935989" y="5550286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2</a:t>
            </a:r>
            <a:endParaRPr kumimoji="1" lang="ko-Kore-KR" altLang="en-US" dirty="0"/>
          </a:p>
        </p:txBody>
      </p:sp>
      <p:sp>
        <p:nvSpPr>
          <p:cNvPr id="69" name="칠각형 68">
            <a:extLst>
              <a:ext uri="{FF2B5EF4-FFF2-40B4-BE49-F238E27FC236}">
                <a16:creationId xmlns:a16="http://schemas.microsoft.com/office/drawing/2014/main" id="{0A9A6874-962A-5B41-91D4-E7019E28C3EF}"/>
              </a:ext>
            </a:extLst>
          </p:cNvPr>
          <p:cNvSpPr/>
          <p:nvPr/>
        </p:nvSpPr>
        <p:spPr>
          <a:xfrm>
            <a:off x="7935989" y="5973930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3</a:t>
            </a:r>
            <a:endParaRPr kumimoji="1" lang="ko-Kore-KR" altLang="en-US" dirty="0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00396251-AE9C-9146-A8A4-A1C7BC353B26}"/>
              </a:ext>
            </a:extLst>
          </p:cNvPr>
          <p:cNvCxnSpPr>
            <a:cxnSpLocks/>
          </p:cNvCxnSpPr>
          <p:nvPr/>
        </p:nvCxnSpPr>
        <p:spPr>
          <a:xfrm flipV="1">
            <a:off x="9136314" y="5950083"/>
            <a:ext cx="714456" cy="1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A98B983-B748-A14B-8B82-EE8E42C6F621}"/>
              </a:ext>
            </a:extLst>
          </p:cNvPr>
          <p:cNvCxnSpPr>
            <a:cxnSpLocks/>
          </p:cNvCxnSpPr>
          <p:nvPr/>
        </p:nvCxnSpPr>
        <p:spPr>
          <a:xfrm flipH="1">
            <a:off x="9124425" y="5842175"/>
            <a:ext cx="7263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칠각형 71">
            <a:extLst>
              <a:ext uri="{FF2B5EF4-FFF2-40B4-BE49-F238E27FC236}">
                <a16:creationId xmlns:a16="http://schemas.microsoft.com/office/drawing/2014/main" id="{554D17EB-5059-4146-91CF-917EE5A85557}"/>
              </a:ext>
            </a:extLst>
          </p:cNvPr>
          <p:cNvSpPr/>
          <p:nvPr/>
        </p:nvSpPr>
        <p:spPr>
          <a:xfrm>
            <a:off x="9597005" y="6064001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4</a:t>
            </a:r>
            <a:endParaRPr kumimoji="1" lang="ko-Kore-KR" altLang="en-US" dirty="0"/>
          </a:p>
        </p:txBody>
      </p:sp>
      <p:sp>
        <p:nvSpPr>
          <p:cNvPr id="73" name="칠각형 72">
            <a:extLst>
              <a:ext uri="{FF2B5EF4-FFF2-40B4-BE49-F238E27FC236}">
                <a16:creationId xmlns:a16="http://schemas.microsoft.com/office/drawing/2014/main" id="{D76AA640-6518-2F4A-BDF8-572AB5EA3BA0}"/>
              </a:ext>
            </a:extLst>
          </p:cNvPr>
          <p:cNvSpPr/>
          <p:nvPr/>
        </p:nvSpPr>
        <p:spPr>
          <a:xfrm>
            <a:off x="9597005" y="5563002"/>
            <a:ext cx="169177" cy="1342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1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894167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151</Words>
  <Application>Microsoft Macintosh PowerPoint</Application>
  <PresentationFormat>와이드스크린</PresentationFormat>
  <Paragraphs>90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노드락 라이센스 데이터 흐름도</vt:lpstr>
      <vt:lpstr>플로팅(네트워크) 라이센스 데이터 흐름도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노드락 라이센스 데이터 흐름도</dc:title>
  <dc:creator>변종원</dc:creator>
  <cp:lastModifiedBy>변종원</cp:lastModifiedBy>
  <cp:revision>23</cp:revision>
  <dcterms:created xsi:type="dcterms:W3CDTF">2021-01-25T00:43:39Z</dcterms:created>
  <dcterms:modified xsi:type="dcterms:W3CDTF">2021-01-25T06:25:33Z</dcterms:modified>
</cp:coreProperties>
</file>